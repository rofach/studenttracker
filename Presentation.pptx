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89B4FA"/>
                </a:solidFill>
                <a:latin typeface="Segoe UI"/>
              </a:defRPr>
            </a:pPr>
            <a:r>
              <a:t>University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CDD6F4"/>
                </a:solidFill>
                <a:latin typeface="Segoe UI"/>
              </a:defRPr>
            </a:pPr>
            <a:r>
              <a:t>System for Tracking Student Educational History</a:t>
            </a:r>
          </a:p>
          <a:p>
            <a:pPr algn="ctr">
              <a:defRPr sz="2400">
                <a:solidFill>
                  <a:srgbClr val="CDD6F4"/>
                </a:solidFill>
                <a:latin typeface="Segoe UI"/>
              </a:defRPr>
            </a:pPr>
          </a:p>
          <a:p>
            <a:pPr algn="ctr">
              <a:defRPr sz="2400">
                <a:solidFill>
                  <a:srgbClr val="CDD6F4"/>
                </a:solidFill>
                <a:latin typeface="Segoe UI"/>
              </a:defRPr>
            </a:pPr>
            <a:r>
              <a:t>Coursework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Problem Statement &amp;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Why do universities need a custom system?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Data Fragmentation: Spreadsheets and unstructured databases lead to inconsistency and data loss.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Lack of Historicity: Existing systems overwrite old data, losing the history of student movements.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Commercial Limitations: Expensive per-user licensing and lack of specific academic concepts like 'academic difference'.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Purpose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Purpose: Develop a full-stack database application for comprehensive tracking.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Analyze the domain and define the core object model.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Design a logical database using SCD Type 2 to preserve historical states.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Implement physical schema using Entity Framework Core and SQL Server.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Develop ASP.NET Core backend to enforce business rules.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Build a React + Vite client web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Database Design &amp; Core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18 tables designed across three main categories: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Students and Movements: Student, Enrollments, AcademicLeave, Transfers, AcademicDifferenceItem.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Academic Process: StudyPlan, Discipline, GroupPlanAssignment, CourseEnrollment, GradeRecord.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Organizational Structure: Institution, Faculty, Department, StudyGroup.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Historicity via SCD Type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Slowly Changing Dimension Type 2 Pattern: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Instead of updating existing records (e.g., when a student changes groups), the system creates a new record.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The old record is preserved by setting a 'DateTo' timestamp.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Allows precise historical querying (Timeline generation).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Built on Clean Architecture principles using ASP.NET Core: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Domain Layer: Entities, Enums, Exceptions.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Application Layer: Services, FluentValidation, CQRS interfaces.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Infrastructure Layer: EF Core, Unit of Work, CQRS Handlers.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API Layer: Controllers, JWT Auth, Background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Business Logic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The MovementService and EnrollmentService manage complex logic: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Transfers &amp; Academic Difference: Automatically calculates missing subjects when a student changes groups/curriculum.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Academic Leaves: Background workers dynamically update student status based on leave start/end dates.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Data Integrity: Prevents temporal overlaps and orphaned records using Database Transactions.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Frontend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 b="1">
                <a:solidFill>
                  <a:srgbClr val="F38BA8"/>
                </a:solidFill>
                <a:latin typeface="Segoe UI"/>
              </a:defRPr>
            </a:pPr>
            <a:r>
              <a:t>Client Interface developed with modern web tools: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React 19 &amp; TypeScript: Strongly typed, component-based UI.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Build Tool: Vite for extremely fast compilation.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State Management: React Context API used for JWT Session handling and Role-Based Routing.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Vanilla CSS: Custom design tokens instead of heavy UI libraries.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89B4F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600" b="1">
                <a:solidFill>
                  <a:srgbClr val="89B4FA"/>
                </a:solidFill>
                <a:latin typeface="Segoe UI"/>
              </a:defRPr>
            </a:pPr>
            <a:r>
              <a:t>The developed system successfully solves the problem of historical context loss.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Administrators can reconstruct exact historical timelines.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Automates the calculation of academic differences and group transfers.</a:t>
            </a:r>
          </a:p>
          <a:p>
            <a:pPr>
              <a:spcAft>
                <a:spcPts val="1200"/>
              </a:spcAft>
              <a:defRPr sz="2000">
                <a:solidFill>
                  <a:srgbClr val="CDD6F4"/>
                </a:solidFill>
                <a:latin typeface="Segoe UI"/>
              </a:defRPr>
            </a:pPr>
            <a:r>
              <a:t>Provides a highly scalable foundation for further university management features.</a:t>
            </a:r>
          </a:p>
          <a:p>
            <a:br/>
            <a:pPr algn="ctr">
              <a:spcAft>
                <a:spcPts val="1200"/>
              </a:spcAft>
              <a:defRPr sz="2800" b="1">
                <a:solidFill>
                  <a:srgbClr val="F38BA8"/>
                </a:solidFill>
                <a:latin typeface="Segoe UI"/>
              </a:defRPr>
            </a:pPr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